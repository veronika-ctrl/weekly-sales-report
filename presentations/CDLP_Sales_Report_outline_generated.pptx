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WEEKLY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23 - 29 of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Weekly report — slide 2 (screenshot)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Replace with a screenshot from the weekly report app, or export figures via scripts/build_slides_markdown.py + saved JSON under reports/.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Weekly report — slide 3 (screenshot)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Replace with a screenshot from the weekly report app, or export figures via scripts/build_slides_markdown.py + saved JSON under reports/.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Weekly report — slide 4 (screenshot)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Replace with a screenshot from the weekly report app, or export figures via scripts/build_slides_markdown.py + saved JSON under reports/.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Weekly report — slide 5 (screenshot)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Replace with a screenshot from the weekly report app, or export figures via scripts/build_slides_markdown.py + saved JSON under reports/.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Weekly report — slide 6 (screenshot)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Replace with a screenshot from the weekly report app, or export figures via scripts/build_slides_markdown.py + saved JSON under reports/.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Weekly report — slide 7 (screenshot)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Replace with a screenshot from the weekly report app, or export figures via scripts/build_slides_markdown.py + saved JSON under reports/.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Markets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16 - 22 of March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Markets / detail — slide 9 (screenshot)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Replace with a screenshot from the weekly report app, or export figures via scripts/build_slides_markdown.py + saved JSON under reports/.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Markets / detail — slide 10 (screenshot)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Replace with a screenshot from the weekly report app, or export figures via scripts/build_slides_markdown.py + saved JSON under reports/.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Markets / detail — slide 11 (screenshot)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Replace with a screenshot from the weekly report app, or export figures via scripts/build_slides_markdown.py + saved JSON under reports/.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Markets / detail — slide 12 (screenshot)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Replace with a screenshot from the weekly report app, or export figures via scripts/build_slides_markdown.py + saved JSON under reports/.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Markets / detail — slide 13 (screenshot)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Replace with a screenshot from the weekly report app, or export figures via scripts/build_slides_markdown.py + saved JSON under reports/.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Markets / detail — slide 14 (screenshot)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Replace with a screenshot from the weekly report app, or export figures via scripts/build_slides_markdown.py + saved JSON under reports/.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Markets / detail — slide 15 (screenshot)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Replace with a screenshot from the weekly report app, or export figures via scripts/build_slides_markdown.py + saved JSON under reports/.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Markets / detail — slide 16 (screenshot)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Replace with a screenshot from the weekly report app, or export figures via scripts/build_slides_markdown.py + saved JSON under reports/.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Markets / detail — slide 17 (screenshot)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Replace with a screenshot from the weekly report app, or export figures via scripts/build_slides_markdown.py + saved JSON under reports/.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Markets / detail — slide 18 (screenshot)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Replace with a screenshot from the weekly report app, or export figures via scripts/build_slides_markdown.py + saved JSON under reports/.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